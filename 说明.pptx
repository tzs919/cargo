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412" r:id="rId3"/>
    <p:sldId id="413" r:id="rId4"/>
    <p:sldId id="311" r:id="rId5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rutigerNext LT Medium"/>
        <a:ea typeface="FrutigerNext LT Medium"/>
        <a:cs typeface="FrutigerNext LT Medium"/>
        <a:sym typeface="FrutigerNext LT Medium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rutigerNext LT Medium"/>
        <a:ea typeface="FrutigerNext LT Medium"/>
        <a:cs typeface="FrutigerNext LT Medium"/>
        <a:sym typeface="FrutigerNext LT Medium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rutigerNext LT Medium"/>
        <a:ea typeface="FrutigerNext LT Medium"/>
        <a:cs typeface="FrutigerNext LT Medium"/>
        <a:sym typeface="FrutigerNext LT Medium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rutigerNext LT Medium"/>
        <a:ea typeface="FrutigerNext LT Medium"/>
        <a:cs typeface="FrutigerNext LT Medium"/>
        <a:sym typeface="FrutigerNext LT Medium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rutigerNext LT Medium"/>
        <a:ea typeface="FrutigerNext LT Medium"/>
        <a:cs typeface="FrutigerNext LT Medium"/>
        <a:sym typeface="FrutigerNext LT Medium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rutigerNext LT Medium"/>
        <a:ea typeface="FrutigerNext LT Medium"/>
        <a:cs typeface="FrutigerNext LT Medium"/>
        <a:sym typeface="FrutigerNext LT Medium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rutigerNext LT Medium"/>
        <a:ea typeface="FrutigerNext LT Medium"/>
        <a:cs typeface="FrutigerNext LT Medium"/>
        <a:sym typeface="FrutigerNext LT Medium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rutigerNext LT Medium"/>
        <a:ea typeface="FrutigerNext LT Medium"/>
        <a:cs typeface="FrutigerNext LT Medium"/>
        <a:sym typeface="FrutigerNext LT Medium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rutigerNext LT Medium"/>
        <a:ea typeface="FrutigerNext LT Medium"/>
        <a:cs typeface="FrutigerNext LT Medium"/>
        <a:sym typeface="FrutigerNext LT Medium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田晓亮" initials="田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FrutigerNext LT Medium"/>
          <a:ea typeface="FrutigerNext LT Medium"/>
          <a:cs typeface="FrutigerNext LT Medium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FFECD2"/>
          </a:solidFill>
        </a:fill>
      </a:tcStyle>
    </a:wholeTbl>
    <a:band2H>
      <a:tcTxStyle/>
      <a:tcStyle>
        <a:tcBdr/>
        <a:fill>
          <a:solidFill>
            <a:srgbClr val="FFF6EA"/>
          </a:solidFill>
        </a:fill>
      </a:tcStyle>
    </a:band2H>
    <a:firstCol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FrutigerNext LT Medium"/>
          <a:ea typeface="FrutigerNext LT Medium"/>
          <a:cs typeface="FrutigerNext LT Medium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FrutigerNext LT Medium"/>
          <a:ea typeface="FrutigerNext LT Medium"/>
          <a:cs typeface="FrutigerNext LT Medium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F6E6D9"/>
          </a:solidFill>
        </a:fill>
      </a:tcStyle>
    </a:wholeTbl>
    <a:band2H>
      <a:tcTxStyle/>
      <a:tcStyle>
        <a:tcBdr/>
        <a:fill>
          <a:solidFill>
            <a:srgbClr val="FAF3ED"/>
          </a:solidFill>
        </a:fill>
      </a:tcStyle>
    </a:band2H>
    <a:firstCol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FrutigerNext LT Medium"/>
          <a:ea typeface="FrutigerNext LT Medium"/>
          <a:cs typeface="FrutigerNext LT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FrutigerNext LT Medium"/>
          <a:ea typeface="FrutigerNext LT Medium"/>
          <a:cs typeface="FrutigerNext LT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FrutigerNext LT Medium"/>
          <a:ea typeface="FrutigerNext LT Medium"/>
          <a:cs typeface="FrutigerNext LT Medium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FrutigerNext LT Medium"/>
          <a:ea typeface="FrutigerNext LT Medium"/>
          <a:cs typeface="FrutigerNext LT Medium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FrutigerNext LT Medium"/>
          <a:ea typeface="FrutigerNext LT Medium"/>
          <a:cs typeface="FrutigerNext LT Medium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FrutigerNext LT Medium"/>
          <a:ea typeface="FrutigerNext LT Medium"/>
          <a:cs typeface="FrutigerNext LT Medium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FrutigerNext LT Medium"/>
          <a:ea typeface="FrutigerNext LT Medium"/>
          <a:cs typeface="FrutigerNext LT Medium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FrutigerNext LT Medium"/>
          <a:ea typeface="FrutigerNext LT Medium"/>
          <a:cs typeface="FrutigerNext LT Medium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24" autoAdjust="0"/>
    <p:restoredTop sz="90645" autoAdjust="0"/>
  </p:normalViewPr>
  <p:slideViewPr>
    <p:cSldViewPr>
      <p:cViewPr varScale="1">
        <p:scale>
          <a:sx n="96" d="100"/>
          <a:sy n="96" d="100"/>
        </p:scale>
        <p:origin x="555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53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0" name="Shape 2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http://localhost:8761/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localhost:5555/cargoservice/v1/customers/3/cargos/3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localhost:5555/customerservice/v1/customers/3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localhost:5555/routes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localhost:5555/api/cargo/v1/customers/3/cargos/3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localhost:5555/api/customer/v1/customers/3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localhost:5555/api/cargostatic/v1/customers/3/cargos/3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docker-compose up  --scale customerservice=2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git commit -a -m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git push -u origin master</a:t>
            </a:r>
            <a:endParaRPr lang="en-US" altLang="zh-CN" sz="1200" b="0" i="0">
              <a:effectLst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998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755650" y="2155825"/>
            <a:ext cx="5616575" cy="625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lumOff val="44000"/>
                  </a:schemeClr>
                </a:solidFill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755650" y="3068638"/>
            <a:ext cx="6400800" cy="492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500"/>
              </a:spcBef>
              <a:buClrTx/>
              <a:buSzTx/>
              <a:buNone/>
              <a:defRPr sz="2400" b="1">
                <a:solidFill>
                  <a:schemeClr val="accent3">
                    <a:lumOff val="44000"/>
                  </a:schemeClr>
                </a:solidFill>
              </a:defRPr>
            </a:lvl1pPr>
            <a:lvl2pPr marL="0" indent="457200">
              <a:lnSpc>
                <a:spcPct val="100000"/>
              </a:lnSpc>
              <a:spcBef>
                <a:spcPts val="500"/>
              </a:spcBef>
              <a:buClrTx/>
              <a:buSzTx/>
              <a:buNone/>
              <a:defRPr sz="2400" b="1">
                <a:solidFill>
                  <a:schemeClr val="accent3">
                    <a:lumOff val="44000"/>
                  </a:schemeClr>
                </a:solidFill>
              </a:defRPr>
            </a:lvl2pPr>
            <a:lvl3pPr marL="0" indent="914400">
              <a:lnSpc>
                <a:spcPct val="100000"/>
              </a:lnSpc>
              <a:spcBef>
                <a:spcPts val="500"/>
              </a:spcBef>
              <a:buClrTx/>
              <a:buSzTx/>
              <a:buNone/>
              <a:defRPr sz="2400" b="1">
                <a:solidFill>
                  <a:schemeClr val="accent3">
                    <a:lumOff val="44000"/>
                  </a:schemeClr>
                </a:solidFill>
              </a:defRPr>
            </a:lvl3pPr>
            <a:lvl4pPr marL="0" indent="1371600">
              <a:lnSpc>
                <a:spcPct val="100000"/>
              </a:lnSpc>
              <a:spcBef>
                <a:spcPts val="500"/>
              </a:spcBef>
              <a:buClrTx/>
              <a:buSzTx/>
              <a:buNone/>
              <a:defRPr sz="2400" b="1">
                <a:solidFill>
                  <a:schemeClr val="accent3">
                    <a:lumOff val="44000"/>
                  </a:schemeClr>
                </a:solidFill>
              </a:defRPr>
            </a:lvl4pPr>
            <a:lvl5pPr marL="0" indent="1828800">
              <a:lnSpc>
                <a:spcPct val="100000"/>
              </a:lnSpc>
              <a:spcBef>
                <a:spcPts val="500"/>
              </a:spcBef>
              <a:buClrTx/>
              <a:buSzTx/>
              <a:buNone/>
              <a:defRPr sz="2400" b="1">
                <a:solidFill>
                  <a:schemeClr val="accent3">
                    <a:lumOff val="44000"/>
                  </a:schemeClr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文本"/>
          <p:cNvSpPr txBox="1">
            <a:spLocks noGrp="1"/>
          </p:cNvSpPr>
          <p:nvPr>
            <p:ph type="title"/>
          </p:nvPr>
        </p:nvSpPr>
        <p:spPr>
          <a:xfrm>
            <a:off x="755650" y="4747740"/>
            <a:ext cx="5616575" cy="625476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1pPr>
          </a:lstStyle>
          <a:p>
            <a:r>
              <a:t>标题文本</a:t>
            </a:r>
          </a:p>
        </p:txBody>
      </p:sp>
      <p:sp>
        <p:nvSpPr>
          <p:cNvPr id="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文本"/>
          <p:cNvSpPr txBox="1">
            <a:spLocks noGrp="1"/>
          </p:cNvSpPr>
          <p:nvPr>
            <p:ph type="title"/>
          </p:nvPr>
        </p:nvSpPr>
        <p:spPr>
          <a:xfrm>
            <a:off x="755650" y="4747740"/>
            <a:ext cx="5616575" cy="625476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1pPr>
          </a:lstStyle>
          <a:p>
            <a:r>
              <a:t>标题文本</a:t>
            </a:r>
          </a:p>
        </p:txBody>
      </p:sp>
      <p:sp>
        <p:nvSpPr>
          <p:cNvPr id="3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文本"/>
          <p:cNvSpPr txBox="1">
            <a:spLocks noGrp="1"/>
          </p:cNvSpPr>
          <p:nvPr>
            <p:ph type="title"/>
          </p:nvPr>
        </p:nvSpPr>
        <p:spPr>
          <a:xfrm>
            <a:off x="755650" y="4747740"/>
            <a:ext cx="5616575" cy="625476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1pPr>
          </a:lstStyle>
          <a:p>
            <a:r>
              <a:t>标题文本</a:t>
            </a:r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文本"/>
          <p:cNvSpPr txBox="1">
            <a:spLocks noGrp="1"/>
          </p:cNvSpPr>
          <p:nvPr>
            <p:ph type="title"/>
          </p:nvPr>
        </p:nvSpPr>
        <p:spPr>
          <a:xfrm>
            <a:off x="755650" y="4747740"/>
            <a:ext cx="5616575" cy="625476"/>
          </a:xfrm>
          <a:prstGeom prst="rect">
            <a:avLst/>
          </a:prstGeom>
        </p:spPr>
        <p:txBody>
          <a:bodyPr anchor="t"/>
          <a:lstStyle>
            <a:lvl1pPr>
              <a:defRPr b="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r>
              <a:t>标题文本</a:t>
            </a:r>
          </a:p>
        </p:txBody>
      </p:sp>
      <p:sp>
        <p:nvSpPr>
          <p:cNvPr id="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标题文本"/>
          <p:cNvSpPr txBox="1">
            <a:spLocks noGrp="1"/>
          </p:cNvSpPr>
          <p:nvPr>
            <p:ph type="title"/>
          </p:nvPr>
        </p:nvSpPr>
        <p:spPr>
          <a:xfrm>
            <a:off x="585634" y="274639"/>
            <a:ext cx="8229840" cy="1143001"/>
          </a:xfrm>
          <a:prstGeom prst="rect">
            <a:avLst/>
          </a:prstGeom>
        </p:spPr>
        <p:txBody>
          <a:bodyPr lIns="34280" tIns="34280" rIns="34280" bIns="34280"/>
          <a:lstStyle/>
          <a:p>
            <a:r>
              <a:t>标题文本</a:t>
            </a:r>
          </a:p>
        </p:txBody>
      </p:sp>
      <p:sp>
        <p:nvSpPr>
          <p:cNvPr id="12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标题文本"/>
          <p:cNvSpPr txBox="1">
            <a:spLocks noGrp="1"/>
          </p:cNvSpPr>
          <p:nvPr>
            <p:ph type="title"/>
          </p:nvPr>
        </p:nvSpPr>
        <p:spPr>
          <a:xfrm>
            <a:off x="755650" y="369035"/>
            <a:ext cx="7632700" cy="74578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43" name="正文级别 1…"/>
          <p:cNvSpPr txBox="1">
            <a:spLocks noGrp="1"/>
          </p:cNvSpPr>
          <p:nvPr>
            <p:ph type="body" idx="1"/>
          </p:nvPr>
        </p:nvSpPr>
        <p:spPr>
          <a:xfrm>
            <a:off x="755650" y="1297018"/>
            <a:ext cx="7596000" cy="4800002"/>
          </a:xfrm>
          <a:prstGeom prst="rect">
            <a:avLst/>
          </a:prstGeom>
        </p:spPr>
        <p:txBody>
          <a:bodyPr/>
          <a:lstStyle>
            <a:lvl1pPr>
              <a:buClr>
                <a:srgbClr val="777777"/>
              </a:buClr>
              <a:defRPr sz="2400"/>
            </a:lvl1pPr>
            <a:lvl2pPr marL="800100" indent="-342900">
              <a:buClr>
                <a:srgbClr val="777777"/>
              </a:buClr>
              <a:defRPr sz="2400"/>
            </a:lvl2pPr>
            <a:lvl3pPr marL="1219200" indent="-304800">
              <a:buClr>
                <a:srgbClr val="777777"/>
              </a:buClr>
              <a:defRPr sz="2400"/>
            </a:lvl3pPr>
            <a:lvl4pPr marL="1714500" indent="-342900">
              <a:buClr>
                <a:srgbClr val="777777"/>
              </a:buClr>
              <a:defRPr sz="2400"/>
            </a:lvl4pPr>
            <a:lvl5pPr marL="2220685" indent="-391885">
              <a:buClr>
                <a:srgbClr val="777777"/>
              </a:buClr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6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777777"/>
              </a:buClr>
            </a:lvl1pPr>
            <a:lvl2pPr>
              <a:buClr>
                <a:srgbClr val="777777"/>
              </a:buClr>
            </a:lvl2pPr>
            <a:lvl3pPr>
              <a:buClr>
                <a:srgbClr val="777777"/>
              </a:buClr>
            </a:lvl3pPr>
            <a:lvl4pPr>
              <a:buClr>
                <a:srgbClr val="777777"/>
              </a:buClr>
            </a:lvl4pPr>
            <a:lvl5pPr>
              <a:buClr>
                <a:srgbClr val="777777"/>
              </a:buCl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75931" y="6509742"/>
            <a:ext cx="290867" cy="305105"/>
          </a:xfrm>
          <a:prstGeom prst="rect">
            <a:avLst/>
          </a:prstGeom>
        </p:spPr>
        <p:txBody>
          <a:bodyPr lIns="19201" tIns="19201" rIns="19201" bIns="19201" anchor="t"/>
          <a:lstStyle>
            <a:lvl1pPr algn="l">
              <a:defRPr sz="1800"/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标题文本"/>
          <p:cNvSpPr txBox="1">
            <a:spLocks noGrp="1"/>
          </p:cNvSpPr>
          <p:nvPr>
            <p:ph type="title"/>
          </p:nvPr>
        </p:nvSpPr>
        <p:spPr>
          <a:xfrm>
            <a:off x="755650" y="2155825"/>
            <a:ext cx="5616575" cy="625475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79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755650" y="3068638"/>
            <a:ext cx="6400800" cy="492444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>
                <a:solidFill>
                  <a:schemeClr val="accent3">
                    <a:lumOff val="44000"/>
                  </a:schemeClr>
                </a:solidFill>
              </a:defRPr>
            </a:lvl1pPr>
            <a:lvl2pPr marL="0" indent="457200">
              <a:buClrTx/>
              <a:buSzTx/>
              <a:buNone/>
              <a:defRPr>
                <a:solidFill>
                  <a:schemeClr val="accent3">
                    <a:lumOff val="44000"/>
                  </a:schemeClr>
                </a:solidFill>
              </a:defRPr>
            </a:lvl2pPr>
            <a:lvl3pPr marL="0" indent="914400">
              <a:buClrTx/>
              <a:buSzTx/>
              <a:buNone/>
              <a:defRPr>
                <a:solidFill>
                  <a:schemeClr val="accent3">
                    <a:lumOff val="44000"/>
                  </a:schemeClr>
                </a:solidFill>
              </a:defRPr>
            </a:lvl3pPr>
            <a:lvl4pPr marL="0" indent="1371600">
              <a:buClrTx/>
              <a:buSzTx/>
              <a:buNone/>
              <a:defRPr>
                <a:solidFill>
                  <a:schemeClr val="accent3">
                    <a:lumOff val="44000"/>
                  </a:schemeClr>
                </a:solidFill>
              </a:defRPr>
            </a:lvl4pPr>
            <a:lvl5pPr marL="0" indent="1828800">
              <a:buClrTx/>
              <a:buSzTx/>
              <a:buNone/>
              <a:defRPr>
                <a:solidFill>
                  <a:schemeClr val="accent3">
                    <a:lumOff val="44000"/>
                  </a:schemeClr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标题和内容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标题文本"/>
          <p:cNvSpPr txBox="1">
            <a:spLocks noGrp="1"/>
          </p:cNvSpPr>
          <p:nvPr>
            <p:ph type="title"/>
          </p:nvPr>
        </p:nvSpPr>
        <p:spPr>
          <a:xfrm>
            <a:off x="755650" y="2155825"/>
            <a:ext cx="5616575" cy="625475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8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755650" y="3068638"/>
            <a:ext cx="6400800" cy="492444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>
                <a:solidFill>
                  <a:schemeClr val="accent3">
                    <a:lumOff val="44000"/>
                  </a:schemeClr>
                </a:solidFill>
              </a:defRPr>
            </a:lvl1pPr>
            <a:lvl2pPr marL="0" indent="457200">
              <a:buClrTx/>
              <a:buSzTx/>
              <a:buNone/>
              <a:defRPr>
                <a:solidFill>
                  <a:schemeClr val="accent3">
                    <a:lumOff val="44000"/>
                  </a:schemeClr>
                </a:solidFill>
              </a:defRPr>
            </a:lvl2pPr>
            <a:lvl3pPr marL="0" indent="914400">
              <a:buClrTx/>
              <a:buSzTx/>
              <a:buNone/>
              <a:defRPr>
                <a:solidFill>
                  <a:schemeClr val="accent3">
                    <a:lumOff val="44000"/>
                  </a:schemeClr>
                </a:solidFill>
              </a:defRPr>
            </a:lvl3pPr>
            <a:lvl4pPr marL="0" indent="1371600">
              <a:buClrTx/>
              <a:buSzTx/>
              <a:buNone/>
              <a:defRPr>
                <a:solidFill>
                  <a:schemeClr val="accent3">
                    <a:lumOff val="44000"/>
                  </a:schemeClr>
                </a:solidFill>
              </a:defRPr>
            </a:lvl4pPr>
            <a:lvl5pPr marL="0" indent="1828800">
              <a:buClrTx/>
              <a:buSzTx/>
              <a:buNone/>
              <a:defRPr>
                <a:solidFill>
                  <a:schemeClr val="accent3">
                    <a:lumOff val="44000"/>
                  </a:schemeClr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755650" y="325438"/>
            <a:ext cx="7632700" cy="871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755650" y="1628775"/>
            <a:ext cx="7632700" cy="419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0070" tIns="40070" rIns="40070" bIns="40070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9" r:id="rId6"/>
    <p:sldLayoutId id="2147483661" r:id="rId7"/>
    <p:sldLayoutId id="2147483663" r:id="rId8"/>
    <p:sldLayoutId id="2147483665" r:id="rId9"/>
    <p:sldLayoutId id="2147483667" r:id="rId10"/>
    <p:sldLayoutId id="2147483669" r:id="rId11"/>
    <p:sldLayoutId id="2147483670" r:id="rId12"/>
    <p:sldLayoutId id="2147483671" r:id="rId13"/>
    <p:sldLayoutId id="2147483672" r:id="rId14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rgbClr val="99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rgbClr val="99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rgbClr val="99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rgbClr val="99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rgbClr val="99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rgbClr val="99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rgbClr val="99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rgbClr val="99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rgbClr val="99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40000"/>
        </a:lnSpc>
        <a:spcBef>
          <a:spcPts val="0"/>
        </a:spcBef>
        <a:spcAft>
          <a:spcPts val="0"/>
        </a:spcAft>
        <a:buClr>
          <a:srgbClr val="808080"/>
        </a:buClr>
        <a:buSzPct val="60000"/>
        <a:buFontTx/>
        <a:buChar char="●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FrutigerNext LT Medium"/>
          <a:ea typeface="FrutigerNext LT Medium"/>
          <a:cs typeface="FrutigerNext LT Medium"/>
          <a:sym typeface="FrutigerNext LT Medium"/>
        </a:defRPr>
      </a:lvl1pPr>
      <a:lvl2pPr marL="774700" marR="0" indent="-317500" algn="l" defTabSz="914400" rtl="0" latinLnBrk="0">
        <a:lnSpc>
          <a:spcPct val="140000"/>
        </a:lnSpc>
        <a:spcBef>
          <a:spcPts val="0"/>
        </a:spcBef>
        <a:spcAft>
          <a:spcPts val="0"/>
        </a:spcAft>
        <a:buClr>
          <a:srgbClr val="808080"/>
        </a:buClr>
        <a:buSzPct val="50000"/>
        <a:buFontTx/>
        <a:buChar char="p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FrutigerNext LT Medium"/>
          <a:ea typeface="FrutigerNext LT Medium"/>
          <a:cs typeface="FrutigerNext LT Medium"/>
          <a:sym typeface="FrutigerNext LT Medium"/>
        </a:defRPr>
      </a:lvl2pPr>
      <a:lvl3pPr marL="1200150" marR="0" indent="-285750" algn="l" defTabSz="914400" rtl="0" latinLnBrk="0">
        <a:lnSpc>
          <a:spcPct val="140000"/>
        </a:lnSpc>
        <a:spcBef>
          <a:spcPts val="0"/>
        </a:spcBef>
        <a:spcAft>
          <a:spcPts val="0"/>
        </a:spcAft>
        <a:buClr>
          <a:srgbClr val="808080"/>
        </a:buClr>
        <a:buSzPct val="50000"/>
        <a:buFontTx/>
        <a:buChar char="■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FrutigerNext LT Medium"/>
          <a:ea typeface="FrutigerNext LT Medium"/>
          <a:cs typeface="FrutigerNext LT Medium"/>
          <a:sym typeface="FrutigerNext LT Medium"/>
        </a:defRPr>
      </a:lvl3pPr>
      <a:lvl4pPr marL="1698171" marR="0" indent="-326571" algn="l" defTabSz="914400" rtl="0" latinLnBrk="0">
        <a:lnSpc>
          <a:spcPct val="140000"/>
        </a:lnSpc>
        <a:spcBef>
          <a:spcPts val="0"/>
        </a:spcBef>
        <a:spcAft>
          <a:spcPts val="0"/>
        </a:spcAft>
        <a:buClr>
          <a:srgbClr val="808080"/>
        </a:buClr>
        <a:buSzPct val="100000"/>
        <a:buFontTx/>
        <a:buChar char="–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FrutigerNext LT Medium"/>
          <a:ea typeface="FrutigerNext LT Medium"/>
          <a:cs typeface="FrutigerNext LT Medium"/>
          <a:sym typeface="FrutigerNext LT Medium"/>
        </a:defRPr>
      </a:lvl4pPr>
      <a:lvl5pPr marL="2209800" marR="0" indent="-381000" algn="l" defTabSz="914400" rtl="0" latinLnBrk="0">
        <a:lnSpc>
          <a:spcPct val="140000"/>
        </a:lnSpc>
        <a:spcBef>
          <a:spcPts val="0"/>
        </a:spcBef>
        <a:spcAft>
          <a:spcPts val="0"/>
        </a:spcAft>
        <a:buClr>
          <a:srgbClr val="808080"/>
        </a:buClr>
        <a:buSzPct val="100000"/>
        <a:buFontTx/>
        <a:buChar char="~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FrutigerNext LT Medium"/>
          <a:ea typeface="FrutigerNext LT Medium"/>
          <a:cs typeface="FrutigerNext LT Medium"/>
          <a:sym typeface="FrutigerNext LT Medium"/>
        </a:defRPr>
      </a:lvl5pPr>
      <a:lvl6pPr marL="2571750" marR="0" indent="-285750" algn="l" defTabSz="914400" rtl="0" latinLnBrk="0">
        <a:lnSpc>
          <a:spcPct val="140000"/>
        </a:lnSpc>
        <a:spcBef>
          <a:spcPts val="0"/>
        </a:spcBef>
        <a:spcAft>
          <a:spcPts val="0"/>
        </a:spcAft>
        <a:buClr>
          <a:srgbClr val="808080"/>
        </a:buClr>
        <a:buSzPct val="100000"/>
        <a:buFontTx/>
        <a:buChar char="~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FrutigerNext LT Medium"/>
          <a:ea typeface="FrutigerNext LT Medium"/>
          <a:cs typeface="FrutigerNext LT Medium"/>
          <a:sym typeface="FrutigerNext LT Medium"/>
        </a:defRPr>
      </a:lvl6pPr>
      <a:lvl7pPr marL="3028950" marR="0" indent="-285750" algn="l" defTabSz="914400" rtl="0" latinLnBrk="0">
        <a:lnSpc>
          <a:spcPct val="140000"/>
        </a:lnSpc>
        <a:spcBef>
          <a:spcPts val="0"/>
        </a:spcBef>
        <a:spcAft>
          <a:spcPts val="0"/>
        </a:spcAft>
        <a:buClr>
          <a:srgbClr val="808080"/>
        </a:buClr>
        <a:buSzPct val="100000"/>
        <a:buFontTx/>
        <a:buChar char="~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FrutigerNext LT Medium"/>
          <a:ea typeface="FrutigerNext LT Medium"/>
          <a:cs typeface="FrutigerNext LT Medium"/>
          <a:sym typeface="FrutigerNext LT Medium"/>
        </a:defRPr>
      </a:lvl7pPr>
      <a:lvl8pPr marL="3486150" marR="0" indent="-285750" algn="l" defTabSz="914400" rtl="0" latinLnBrk="0">
        <a:lnSpc>
          <a:spcPct val="140000"/>
        </a:lnSpc>
        <a:spcBef>
          <a:spcPts val="0"/>
        </a:spcBef>
        <a:spcAft>
          <a:spcPts val="0"/>
        </a:spcAft>
        <a:buClr>
          <a:srgbClr val="808080"/>
        </a:buClr>
        <a:buSzPct val="100000"/>
        <a:buFontTx/>
        <a:buChar char="~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FrutigerNext LT Medium"/>
          <a:ea typeface="FrutigerNext LT Medium"/>
          <a:cs typeface="FrutigerNext LT Medium"/>
          <a:sym typeface="FrutigerNext LT Medium"/>
        </a:defRPr>
      </a:lvl8pPr>
      <a:lvl9pPr marL="3943350" marR="0" indent="-285750" algn="l" defTabSz="914400" rtl="0" latinLnBrk="0">
        <a:lnSpc>
          <a:spcPct val="140000"/>
        </a:lnSpc>
        <a:spcBef>
          <a:spcPts val="0"/>
        </a:spcBef>
        <a:spcAft>
          <a:spcPts val="0"/>
        </a:spcAft>
        <a:buClr>
          <a:srgbClr val="808080"/>
        </a:buClr>
        <a:buSzPct val="100000"/>
        <a:buFontTx/>
        <a:buChar char="~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FrutigerNext LT Medium"/>
          <a:ea typeface="FrutigerNext LT Medium"/>
          <a:cs typeface="FrutigerNext LT Medium"/>
          <a:sym typeface="FrutigerNext LT Medium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标题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pPr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b="0">
                <a:latin typeface="黑体"/>
                <a:ea typeface="黑体"/>
                <a:cs typeface="黑体"/>
                <a:sym typeface="黑体"/>
              </a:rPr>
              <a:t>使用说明</a:t>
            </a:r>
            <a:endParaRPr b="0"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DDE30D-6D3B-4BC9-B4C7-3542CA74059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 advClick="0" advTm="8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21C4FFE8-EE40-4D66-9C28-051CA49F6741}"/>
              </a:ext>
            </a:extLst>
          </p:cNvPr>
          <p:cNvSpPr/>
          <p:nvPr/>
        </p:nvSpPr>
        <p:spPr>
          <a:xfrm>
            <a:off x="251520" y="1052736"/>
            <a:ext cx="7488832" cy="5400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utigerNext LT Medium"/>
              <a:ea typeface="FrutigerNext LT Medium"/>
              <a:cs typeface="FrutigerNext LT Medium"/>
              <a:sym typeface="FrutigerNext LT Medium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914B0C5-D763-461F-97C8-A9460D39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5" y="107106"/>
            <a:ext cx="2736293" cy="745784"/>
          </a:xfrm>
        </p:spPr>
        <p:txBody>
          <a:bodyPr>
            <a:normAutofit/>
          </a:bodyPr>
          <a:lstStyle/>
          <a:p>
            <a:r>
              <a:rPr lang="zh-CN" altLang="en-US" sz="2400" b="0">
                <a:latin typeface="黑体"/>
                <a:ea typeface="黑体"/>
              </a:rPr>
              <a:t>分布式系统关系图</a:t>
            </a:r>
          </a:p>
        </p:txBody>
      </p:sp>
      <p:sp>
        <p:nvSpPr>
          <p:cNvPr id="9" name="六边形 8">
            <a:extLst>
              <a:ext uri="{FF2B5EF4-FFF2-40B4-BE49-F238E27FC236}">
                <a16:creationId xmlns:a16="http://schemas.microsoft.com/office/drawing/2014/main" id="{43286C90-D55E-45C4-B637-5FE1086DF798}"/>
              </a:ext>
            </a:extLst>
          </p:cNvPr>
          <p:cNvSpPr/>
          <p:nvPr/>
        </p:nvSpPr>
        <p:spPr>
          <a:xfrm>
            <a:off x="3203848" y="4365104"/>
            <a:ext cx="1800200" cy="465770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/>
              <a:t>eurekaserver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utigerNext LT Medium"/>
              <a:ea typeface="FrutigerNext LT Medium"/>
              <a:cs typeface="FrutigerNext LT Medium"/>
              <a:sym typeface="FrutigerNext LT Medium"/>
            </a:endParaRPr>
          </a:p>
        </p:txBody>
      </p:sp>
      <p:sp>
        <p:nvSpPr>
          <p:cNvPr id="10" name="六边形 9">
            <a:extLst>
              <a:ext uri="{FF2B5EF4-FFF2-40B4-BE49-F238E27FC236}">
                <a16:creationId xmlns:a16="http://schemas.microsoft.com/office/drawing/2014/main" id="{58918FDE-7A16-4BD8-ACEF-F96DA481860B}"/>
              </a:ext>
            </a:extLst>
          </p:cNvPr>
          <p:cNvSpPr/>
          <p:nvPr/>
        </p:nvSpPr>
        <p:spPr>
          <a:xfrm>
            <a:off x="1228394" y="5661248"/>
            <a:ext cx="1800200" cy="465770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altLang="zh-CN"/>
              <a:t>configserver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utigerNext LT Medium"/>
              <a:ea typeface="FrutigerNext LT Medium"/>
              <a:cs typeface="FrutigerNext LT Medium"/>
              <a:sym typeface="FrutigerNext LT Medium"/>
            </a:endParaRPr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80B362AE-12BC-42C6-B684-3A8542D1A206}"/>
              </a:ext>
            </a:extLst>
          </p:cNvPr>
          <p:cNvSpPr/>
          <p:nvPr/>
        </p:nvSpPr>
        <p:spPr>
          <a:xfrm>
            <a:off x="3203848" y="1343505"/>
            <a:ext cx="1800200" cy="465770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altLang="zh-CN"/>
              <a:t>zuulserver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utigerNext LT Medium"/>
              <a:ea typeface="FrutigerNext LT Medium"/>
              <a:cs typeface="FrutigerNext LT Medium"/>
              <a:sym typeface="FrutigerNext LT Medium"/>
            </a:endParaRPr>
          </a:p>
        </p:txBody>
      </p:sp>
      <p:sp>
        <p:nvSpPr>
          <p:cNvPr id="13" name="圆柱体 12">
            <a:extLst>
              <a:ext uri="{FF2B5EF4-FFF2-40B4-BE49-F238E27FC236}">
                <a16:creationId xmlns:a16="http://schemas.microsoft.com/office/drawing/2014/main" id="{52CA7372-924F-4C6D-A3F8-2743EE58CB31}"/>
              </a:ext>
            </a:extLst>
          </p:cNvPr>
          <p:cNvSpPr/>
          <p:nvPr/>
        </p:nvSpPr>
        <p:spPr>
          <a:xfrm>
            <a:off x="5796136" y="1700808"/>
            <a:ext cx="1440160" cy="587213"/>
          </a:xfrm>
          <a:prstGeom prst="can">
            <a:avLst/>
          </a:prstGeom>
          <a:solidFill>
            <a:schemeClr val="accent3">
              <a:lumOff val="44000"/>
            </a:schemeClr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altLang="zh-CN"/>
              <a:t>database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utigerNext LT Medium"/>
              <a:ea typeface="FrutigerNext LT Medium"/>
              <a:cs typeface="FrutigerNext LT Medium"/>
              <a:sym typeface="FrutigerNext LT Medium"/>
            </a:endParaRPr>
          </a:p>
        </p:txBody>
      </p:sp>
      <p:sp>
        <p:nvSpPr>
          <p:cNvPr id="15" name="六边形 14">
            <a:extLst>
              <a:ext uri="{FF2B5EF4-FFF2-40B4-BE49-F238E27FC236}">
                <a16:creationId xmlns:a16="http://schemas.microsoft.com/office/drawing/2014/main" id="{65360A78-4C65-4494-98BD-FB49148F1796}"/>
              </a:ext>
            </a:extLst>
          </p:cNvPr>
          <p:cNvSpPr/>
          <p:nvPr/>
        </p:nvSpPr>
        <p:spPr>
          <a:xfrm>
            <a:off x="1228394" y="2969502"/>
            <a:ext cx="1800200" cy="465770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altLang="zh-CN"/>
              <a:t>cargoservice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utigerNext LT Medium"/>
              <a:ea typeface="FrutigerNext LT Medium"/>
              <a:cs typeface="FrutigerNext LT Medium"/>
              <a:sym typeface="FrutigerNext LT Medium"/>
            </a:endParaRPr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C0A269D5-4406-48BE-874C-187380DFA0B6}"/>
              </a:ext>
            </a:extLst>
          </p:cNvPr>
          <p:cNvSpPr/>
          <p:nvPr/>
        </p:nvSpPr>
        <p:spPr>
          <a:xfrm>
            <a:off x="5148064" y="2969502"/>
            <a:ext cx="2232248" cy="458626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altLang="zh-CN"/>
              <a:t>customerservice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utigerNext LT Medium"/>
              <a:ea typeface="FrutigerNext LT Medium"/>
              <a:cs typeface="FrutigerNext LT Medium"/>
              <a:sym typeface="FrutigerNext LT Medium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F7DA611-864C-4829-AF53-A16492CA6736}"/>
              </a:ext>
            </a:extLst>
          </p:cNvPr>
          <p:cNvCxnSpPr/>
          <p:nvPr/>
        </p:nvCxnSpPr>
        <p:spPr>
          <a:xfrm>
            <a:off x="4103948" y="1809275"/>
            <a:ext cx="0" cy="2555829"/>
          </a:xfrm>
          <a:prstGeom prst="line">
            <a:avLst/>
          </a:prstGeom>
          <a:noFill/>
          <a:ln w="25400" cap="flat" cmpd="sng">
            <a:solidFill>
              <a:srgbClr val="FF0000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550EFEF-3783-4BA0-8992-1A887E8837E7}"/>
              </a:ext>
            </a:extLst>
          </p:cNvPr>
          <p:cNvCxnSpPr>
            <a:cxnSpLocks/>
          </p:cNvCxnSpPr>
          <p:nvPr/>
        </p:nvCxnSpPr>
        <p:spPr>
          <a:xfrm>
            <a:off x="2094874" y="3435272"/>
            <a:ext cx="1757046" cy="929832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C9E0C44-9868-4A3E-803E-C51CC3F54C13}"/>
              </a:ext>
            </a:extLst>
          </p:cNvPr>
          <p:cNvCxnSpPr>
            <a:cxnSpLocks/>
          </p:cNvCxnSpPr>
          <p:nvPr/>
        </p:nvCxnSpPr>
        <p:spPr>
          <a:xfrm flipH="1">
            <a:off x="2051720" y="4830874"/>
            <a:ext cx="2052228" cy="830374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AC79688-D2B2-47AB-B398-920F7C7935FC}"/>
              </a:ext>
            </a:extLst>
          </p:cNvPr>
          <p:cNvCxnSpPr>
            <a:cxnSpLocks/>
          </p:cNvCxnSpPr>
          <p:nvPr/>
        </p:nvCxnSpPr>
        <p:spPr>
          <a:xfrm flipH="1">
            <a:off x="4390847" y="3435272"/>
            <a:ext cx="1873341" cy="929832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110982F-1615-4CEF-88FE-1CB9A72D6DF5}"/>
              </a:ext>
            </a:extLst>
          </p:cNvPr>
          <p:cNvCxnSpPr>
            <a:cxnSpLocks/>
          </p:cNvCxnSpPr>
          <p:nvPr/>
        </p:nvCxnSpPr>
        <p:spPr>
          <a:xfrm flipH="1">
            <a:off x="2051720" y="1809275"/>
            <a:ext cx="1701720" cy="1160227"/>
          </a:xfrm>
          <a:prstGeom prst="line">
            <a:avLst/>
          </a:prstGeom>
          <a:noFill/>
          <a:ln w="25400" cap="flat" cmpd="sng">
            <a:solidFill>
              <a:srgbClr val="FF0000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7AAB773-4C62-4246-AE01-56BE12663E20}"/>
              </a:ext>
            </a:extLst>
          </p:cNvPr>
          <p:cNvCxnSpPr>
            <a:cxnSpLocks/>
          </p:cNvCxnSpPr>
          <p:nvPr/>
        </p:nvCxnSpPr>
        <p:spPr>
          <a:xfrm>
            <a:off x="4545529" y="1809275"/>
            <a:ext cx="1610647" cy="1160227"/>
          </a:xfrm>
          <a:prstGeom prst="line">
            <a:avLst/>
          </a:prstGeom>
          <a:noFill/>
          <a:ln w="25400" cap="flat" cmpd="sng">
            <a:solidFill>
              <a:srgbClr val="FF0000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4362611D-2FA8-4C43-ABC9-EEB6FB6E32A1}"/>
              </a:ext>
            </a:extLst>
          </p:cNvPr>
          <p:cNvSpPr/>
          <p:nvPr/>
        </p:nvSpPr>
        <p:spPr>
          <a:xfrm>
            <a:off x="514743" y="1555102"/>
            <a:ext cx="2713649" cy="4105469"/>
          </a:xfrm>
          <a:custGeom>
            <a:avLst/>
            <a:gdLst>
              <a:gd name="connsiteX0" fmla="*/ 1146106 w 2713649"/>
              <a:gd name="connsiteY0" fmla="*/ 4105469 h 4105469"/>
              <a:gd name="connsiteX1" fmla="*/ 57535 w 2713649"/>
              <a:gd name="connsiteY1" fmla="*/ 1542661 h 4105469"/>
              <a:gd name="connsiteX2" fmla="*/ 2713649 w 2713649"/>
              <a:gd name="connsiteY2" fmla="*/ 0 h 4105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13649" h="4105469">
                <a:moveTo>
                  <a:pt x="1146106" y="4105469"/>
                </a:moveTo>
                <a:cubicBezTo>
                  <a:pt x="471192" y="3166187"/>
                  <a:pt x="-203722" y="2226906"/>
                  <a:pt x="57535" y="1542661"/>
                </a:cubicBezTo>
                <a:cubicBezTo>
                  <a:pt x="318792" y="858416"/>
                  <a:pt x="2270963" y="226008"/>
                  <a:pt x="2713649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AE6B9DC-3321-4C3C-A54C-A1936B68F5A9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3028594" y="1994415"/>
            <a:ext cx="2767542" cy="1207972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97ACCF4-C0D8-412B-ABA0-CE3ABA872328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516216" y="2288021"/>
            <a:ext cx="0" cy="681481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E5C0C06-12E6-4508-8B87-BB2B4340B78F}"/>
              </a:ext>
            </a:extLst>
          </p:cNvPr>
          <p:cNvCxnSpPr>
            <a:cxnSpLocks/>
          </p:cNvCxnSpPr>
          <p:nvPr/>
        </p:nvCxnSpPr>
        <p:spPr>
          <a:xfrm flipH="1">
            <a:off x="1979712" y="3435272"/>
            <a:ext cx="6588" cy="2219027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0C7AFF40-421B-4676-A02F-606DB5DDF03B}"/>
              </a:ext>
            </a:extLst>
          </p:cNvPr>
          <p:cNvSpPr/>
          <p:nvPr/>
        </p:nvSpPr>
        <p:spPr>
          <a:xfrm>
            <a:off x="2998237" y="3439886"/>
            <a:ext cx="3601616" cy="2457061"/>
          </a:xfrm>
          <a:custGeom>
            <a:avLst/>
            <a:gdLst>
              <a:gd name="connsiteX0" fmla="*/ 0 w 3601616"/>
              <a:gd name="connsiteY0" fmla="*/ 2457061 h 2457061"/>
              <a:gd name="connsiteX1" fmla="*/ 2245567 w 3601616"/>
              <a:gd name="connsiteY1" fmla="*/ 1480457 h 2457061"/>
              <a:gd name="connsiteX2" fmla="*/ 3601616 w 3601616"/>
              <a:gd name="connsiteY2" fmla="*/ 0 h 2457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01616" h="2457061">
                <a:moveTo>
                  <a:pt x="0" y="2457061"/>
                </a:moveTo>
                <a:cubicBezTo>
                  <a:pt x="822649" y="2173514"/>
                  <a:pt x="1645298" y="1889967"/>
                  <a:pt x="2245567" y="1480457"/>
                </a:cubicBezTo>
                <a:cubicBezTo>
                  <a:pt x="2845836" y="1070947"/>
                  <a:pt x="3223726" y="535473"/>
                  <a:pt x="3601616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3" name="圆柱体 52">
            <a:extLst>
              <a:ext uri="{FF2B5EF4-FFF2-40B4-BE49-F238E27FC236}">
                <a16:creationId xmlns:a16="http://schemas.microsoft.com/office/drawing/2014/main" id="{C27B6DEF-E071-4D26-B9A4-820B9893D3C7}"/>
              </a:ext>
            </a:extLst>
          </p:cNvPr>
          <p:cNvSpPr/>
          <p:nvPr/>
        </p:nvSpPr>
        <p:spPr>
          <a:xfrm>
            <a:off x="8080734" y="5597359"/>
            <a:ext cx="864096" cy="587213"/>
          </a:xfrm>
          <a:prstGeom prst="can">
            <a:avLst/>
          </a:prstGeom>
          <a:solidFill>
            <a:schemeClr val="accent3">
              <a:lumOff val="44000"/>
            </a:schemeClr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utigerNext LT Medium"/>
                <a:ea typeface="FrutigerNext LT Medium"/>
                <a:cs typeface="FrutigerNext LT Medium"/>
                <a:sym typeface="FrutigerNext LT Medium"/>
              </a:rPr>
              <a:t>Git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utigerNext LT Medium"/>
              <a:ea typeface="FrutigerNext LT Medium"/>
              <a:cs typeface="FrutigerNext LT Medium"/>
              <a:sym typeface="FrutigerNext LT Medium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E93D204C-B150-463A-A795-6D0F7616A6A1}"/>
              </a:ext>
            </a:extLst>
          </p:cNvPr>
          <p:cNvCxnSpPr>
            <a:cxnSpLocks/>
            <a:endCxn id="53" idx="2"/>
          </p:cNvCxnSpPr>
          <p:nvPr/>
        </p:nvCxnSpPr>
        <p:spPr>
          <a:xfrm>
            <a:off x="2979821" y="5890966"/>
            <a:ext cx="5100913" cy="0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6C50257B-F768-445E-8EB3-DC50E60696DF}"/>
              </a:ext>
            </a:extLst>
          </p:cNvPr>
          <p:cNvCxnSpPr/>
          <p:nvPr/>
        </p:nvCxnSpPr>
        <p:spPr>
          <a:xfrm>
            <a:off x="4067944" y="476672"/>
            <a:ext cx="0" cy="866833"/>
          </a:xfrm>
          <a:prstGeom prst="straightConnector1">
            <a:avLst/>
          </a:prstGeom>
          <a:noFill/>
          <a:ln w="38100" cap="flat">
            <a:solidFill>
              <a:srgbClr val="FF0000"/>
            </a:solidFill>
            <a:prstDash val="solid"/>
            <a:round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7698718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9CFA6C4-F678-4D50-A188-1D99794E3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404664"/>
            <a:ext cx="5759190" cy="58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6068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TextBox 1"/>
          <p:cNvSpPr txBox="1"/>
          <p:nvPr/>
        </p:nvSpPr>
        <p:spPr>
          <a:xfrm>
            <a:off x="3635895" y="2708919"/>
            <a:ext cx="1656185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4000">
                <a:solidFill>
                  <a:srgbClr val="FF0000"/>
                </a:solidFill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谢谢！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CC66"/>
      </a:accent1>
      <a:accent2>
        <a:srgbClr val="FFCC99"/>
      </a:accent2>
      <a:accent3>
        <a:srgbClr val="8F8F8F"/>
      </a:accent3>
      <a:accent4>
        <a:srgbClr val="707070"/>
      </a:accent4>
      <a:accent5>
        <a:srgbClr val="FFE2B8"/>
      </a:accent5>
      <a:accent6>
        <a:srgbClr val="E7B98A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rutigerNext LT Medium"/>
            <a:ea typeface="FrutigerNext LT Medium"/>
            <a:cs typeface="FrutigerNext LT Medium"/>
            <a:sym typeface="FrutigerNext L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rutigerNext LT Medium"/>
            <a:ea typeface="FrutigerNext LT Medium"/>
            <a:cs typeface="FrutigerNext LT Medium"/>
            <a:sym typeface="FrutigerNext L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CC66"/>
      </a:accent1>
      <a:accent2>
        <a:srgbClr val="FFCC99"/>
      </a:accent2>
      <a:accent3>
        <a:srgbClr val="8F8F8F"/>
      </a:accent3>
      <a:accent4>
        <a:srgbClr val="707070"/>
      </a:accent4>
      <a:accent5>
        <a:srgbClr val="FFE2B8"/>
      </a:accent5>
      <a:accent6>
        <a:srgbClr val="E7B98A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rutigerNext LT Medium"/>
            <a:ea typeface="FrutigerNext LT Medium"/>
            <a:cs typeface="FrutigerNext LT Medium"/>
            <a:sym typeface="FrutigerNext L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rutigerNext LT Medium"/>
            <a:ea typeface="FrutigerNext LT Medium"/>
            <a:cs typeface="FrutigerNext LT Medium"/>
            <a:sym typeface="FrutigerNext L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7890</TotalTime>
  <Words>118</Words>
  <Application>Microsoft Office PowerPoint</Application>
  <PresentationFormat>全屏显示(4:3)</PresentationFormat>
  <Paragraphs>26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FrutigerNext LT Medium</vt:lpstr>
      <vt:lpstr>黑体</vt:lpstr>
      <vt:lpstr>宋体</vt:lpstr>
      <vt:lpstr>Arial</vt:lpstr>
      <vt:lpstr>Calibri</vt:lpstr>
      <vt:lpstr>Blank</vt:lpstr>
      <vt:lpstr>使用说明</vt:lpstr>
      <vt:lpstr>分布式系统关系图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架构模式的演进与编程框架</dc:title>
  <cp:lastModifiedBy>tao zhaosheng</cp:lastModifiedBy>
  <cp:revision>355</cp:revision>
  <dcterms:modified xsi:type="dcterms:W3CDTF">2021-03-02T09:46:20Z</dcterms:modified>
</cp:coreProperties>
</file>